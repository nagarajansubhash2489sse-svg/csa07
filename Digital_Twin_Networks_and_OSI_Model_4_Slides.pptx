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Digital Twin Networks and the OSI Model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200"/>
            </a:pPr>
            <a:r>
              <a:t>Presented by:</a:t>
            </a:r>
            <a:br/>
            <a:r>
              <a:t>Nagarajan Subhash</a:t>
            </a:r>
            <a:br/>
            <a:r>
              <a:t>B.Tech – Electronics and Communication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Digital Twin Networks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• Digital Twin Network (DTN) is a virtual replica of a physical communication network.</a:t>
            </a:r>
            <a:br/>
            <a:r>
              <a:t>• Uses real-time data for monitoring and optimization.</a:t>
            </a:r>
            <a:br/>
            <a:r>
              <a:t>• Features: AI/ML, predictive maintenance, simulation, fault detection.</a:t>
            </a:r>
            <a:br/>
            <a:r>
              <a:t>• Applications: 5G/6G, IoT, Smart Cities, Cloud, Industry 4.0.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Digital Twin Network and OSI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OSI Layer Roles:</a:t>
            </a:r>
            <a:br/>
            <a:r>
              <a:t>• Application – Network management</a:t>
            </a:r>
            <a:br/>
            <a:r>
              <a:t>• Presentation – Data formatting &amp; encryption</a:t>
            </a:r>
            <a:br/>
            <a:r>
              <a:t>• Session – Session control</a:t>
            </a:r>
            <a:br/>
            <a:r>
              <a:t>• Transport – Reliable TCP/UDP communication</a:t>
            </a:r>
            <a:br/>
            <a:r>
              <a:t>• Network – Routing</a:t>
            </a:r>
            <a:br/>
            <a:r>
              <a:t>• Data Link – Error detection</a:t>
            </a:r>
            <a:br/>
            <a:r>
              <a:t>• Physical – Devices &amp; transmission media</a:t>
            </a:r>
            <a:br/>
            <a:br/>
            <a:r>
              <a:t>DTN analyzes data from every layer to improve QoS and reliability.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Benefits, Challenges &amp;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Benefits:</a:t>
            </a:r>
            <a:br/>
            <a:r>
              <a:t>• Better reliability</a:t>
            </a:r>
            <a:br/>
            <a:r>
              <a:t>• Reduced downtime</a:t>
            </a:r>
            <a:br/>
            <a:r>
              <a:t>• Predictive maintenance</a:t>
            </a:r>
            <a:br/>
            <a:r>
              <a:t>• Improved security</a:t>
            </a:r>
            <a:br/>
            <a:r>
              <a:t>• Efficient resource usage</a:t>
            </a:r>
            <a:br/>
            <a:br/>
            <a:r>
              <a:t>Challenges:</a:t>
            </a:r>
            <a:br/>
            <a:r>
              <a:t>• High cost</a:t>
            </a:r>
            <a:br/>
            <a:r>
              <a:t>• Large data volume</a:t>
            </a:r>
            <a:br/>
            <a:r>
              <a:t>• Privacy &amp; security</a:t>
            </a:r>
            <a:br/>
            <a:r>
              <a:t>• Synchronization complexity</a:t>
            </a:r>
            <a:br/>
            <a:br/>
            <a:r>
              <a:t>Conclusion:</a:t>
            </a:r>
            <a:br/>
            <a:r>
              <a:t>DTNs integrate with the OSI model to build intelligent, efficient future networks.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